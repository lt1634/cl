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core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mone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pers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